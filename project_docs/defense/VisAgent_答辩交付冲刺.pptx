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cb40a26134108" /><Relationship Type="http://schemas.openxmlformats.org/officeDocument/2006/relationships/extended-properties" Target="/docProps/app.xml" Id="R5221c398169b46a6" /><Relationship Type="http://schemas.openxmlformats.org/officeDocument/2006/relationships/officeDocument" Target="/ppt/presentation.xml" Id="Rd7ca84f1349345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93c57189a94036"/>
  </p:sldMasterIdLst>
  <p:notesMasterIdLst>
    <p:notesMasterId xmlns:r="http://schemas.openxmlformats.org/officeDocument/2006/relationships" r:id="Ra1b8784863e34389"/>
  </p:notesMasterIdLst>
  <p:sldIdLst>
    <p:sldId xmlns:r="http://schemas.openxmlformats.org/officeDocument/2006/relationships" id="256" r:id="Re0206c80fa9a4ba6"/>
    <p:sldId xmlns:r="http://schemas.openxmlformats.org/officeDocument/2006/relationships" id="257" r:id="R066d5662b4084b34"/>
    <p:sldId xmlns:r="http://schemas.openxmlformats.org/officeDocument/2006/relationships" id="258" r:id="R2eaa22e2210e47b1"/>
    <p:sldId xmlns:r="http://schemas.openxmlformats.org/officeDocument/2006/relationships" id="259" r:id="R1f10537584fd45c9"/>
    <p:sldId xmlns:r="http://schemas.openxmlformats.org/officeDocument/2006/relationships" id="260" r:id="R99bb1f1ff4ac48de"/>
    <p:sldId xmlns:r="http://schemas.openxmlformats.org/officeDocument/2006/relationships" id="261" r:id="Rbb2d3e10070a483e"/>
    <p:sldId xmlns:r="http://schemas.openxmlformats.org/officeDocument/2006/relationships" id="262" r:id="R3088ec90df034c98"/>
    <p:sldId xmlns:r="http://schemas.openxmlformats.org/officeDocument/2006/relationships" id="263" r:id="Rf5f593a18ace4c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c3b7b8baa4520" /><Relationship Type="http://schemas.openxmlformats.org/officeDocument/2006/relationships/slideMaster" Target="/ppt/slideMasters/slideMaster1.xml" Id="R8f93c57189a94036" /><Relationship Type="http://schemas.openxmlformats.org/officeDocument/2006/relationships/notesMaster" Target="/ppt/notesMasters/notesMaster1.xml" Id="Ra1b8784863e34389" /><Relationship Type="http://schemas.openxmlformats.org/officeDocument/2006/relationships/presProps" Target="/ppt/presProps.xml" Id="Ra70f2de3af5241cf" /><Relationship Type="http://schemas.openxmlformats.org/officeDocument/2006/relationships/tableStyles" Target="/ppt/tableStyles.xml" Id="Rf9b4f8b939a743e5" /><Relationship Type="http://schemas.openxmlformats.org/officeDocument/2006/relationships/slide" Target="/ppt/slides/slide1.xml" Id="Re0206c80fa9a4ba6" /><Relationship Type="http://schemas.openxmlformats.org/officeDocument/2006/relationships/slide" Target="/ppt/slides/slide2.xml" Id="R066d5662b4084b34" /><Relationship Type="http://schemas.openxmlformats.org/officeDocument/2006/relationships/slide" Target="/ppt/slides/slide3.xml" Id="R2eaa22e2210e47b1" /><Relationship Type="http://schemas.openxmlformats.org/officeDocument/2006/relationships/slide" Target="/ppt/slides/slide4.xml" Id="R1f10537584fd45c9" /><Relationship Type="http://schemas.openxmlformats.org/officeDocument/2006/relationships/slide" Target="/ppt/slides/slide5.xml" Id="R99bb1f1ff4ac48de" /><Relationship Type="http://schemas.openxmlformats.org/officeDocument/2006/relationships/slide" Target="/ppt/slides/slide6.xml" Id="Rbb2d3e10070a483e" /><Relationship Type="http://schemas.openxmlformats.org/officeDocument/2006/relationships/slide" Target="/ppt/slides/slide7.xml" Id="R3088ec90df034c98" /><Relationship Type="http://schemas.openxmlformats.org/officeDocument/2006/relationships/slide" Target="/ppt/slides/slide8.xml" Id="Rf5f593a18ace4c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0b8f547b444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61bb1ec0f461c" /><Relationship Type="http://schemas.openxmlformats.org/officeDocument/2006/relationships/notesMaster" Target="/ppt/notesMasters/notesMaster1.xml" Id="R50b655b7ee5c43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d4f6d1afa34cae" /><Relationship Type="http://schemas.openxmlformats.org/officeDocument/2006/relationships/notesMaster" Target="/ppt/notesMasters/notesMaster1.xml" Id="R6c990037f7ba4f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95bc3e82043d3" /><Relationship Type="http://schemas.openxmlformats.org/officeDocument/2006/relationships/notesMaster" Target="/ppt/notesMasters/notesMaster1.xml" Id="Rc7d7c21521db43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1aef45c1b4f9d" /><Relationship Type="http://schemas.openxmlformats.org/officeDocument/2006/relationships/notesMaster" Target="/ppt/notesMasters/notesMaster1.xml" Id="R7649c4ca115b4f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265d673fdd4ffa" /><Relationship Type="http://schemas.openxmlformats.org/officeDocument/2006/relationships/notesMaster" Target="/ppt/notesMasters/notesMaster1.xml" Id="R38dcbd8fff0646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ab35c2744840fa" /><Relationship Type="http://schemas.openxmlformats.org/officeDocument/2006/relationships/notesMaster" Target="/ppt/notesMasters/notesMaster1.xml" Id="R37afb512036941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186eab1ae14648" /><Relationship Type="http://schemas.openxmlformats.org/officeDocument/2006/relationships/notesMaster" Target="/ppt/notesMasters/notesMaster1.xml" Id="Ra3bb210b9ad3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8c087b77bb4dcd" /><Relationship Type="http://schemas.openxmlformats.org/officeDocument/2006/relationships/notesMaster" Target="/ppt/notesMasters/notesMaster1.xml" Id="Re09b220e3999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93c560e0543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76615a5fd94fa4" /><Relationship Type="http://schemas.openxmlformats.org/officeDocument/2006/relationships/slideLayout" Target="/ppt/slideLayouts/slideLayout1.xml" Id="R8c7a036e268b4e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a036e268b4e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935e00d964455" /><Relationship Type="http://schemas.openxmlformats.org/officeDocument/2006/relationships/image" Target="/ppt/media/image.jpeg" Id="Ra01e9341b9494a44" /><Relationship Type="http://schemas.openxmlformats.org/officeDocument/2006/relationships/notesSlide" Target="/ppt/notesSlides/notesSlide1.xml" Id="R57657f68370947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2f60395964615" /><Relationship Type="http://schemas.openxmlformats.org/officeDocument/2006/relationships/notesSlide" Target="/ppt/notesSlides/notesSlide2.xml" Id="Rba617b728993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60c19f49041e6" /><Relationship Type="http://schemas.openxmlformats.org/officeDocument/2006/relationships/image" Target="/ppt/media/image2.jpeg" Id="R2f6231725f2f444e" /><Relationship Type="http://schemas.openxmlformats.org/officeDocument/2006/relationships/notesSlide" Target="/ppt/notesSlides/notesSlide3.xml" Id="R11f9a9d3a2d5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400eb8f334af6" /><Relationship Type="http://schemas.openxmlformats.org/officeDocument/2006/relationships/notesSlide" Target="/ppt/notesSlides/notesSlide4.xml" Id="R4c9d46e6e39b4e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1b11c74f64587" /><Relationship Type="http://schemas.openxmlformats.org/officeDocument/2006/relationships/image" Target="/ppt/media/image.png" Id="R949529c3fda14531" /><Relationship Type="http://schemas.openxmlformats.org/officeDocument/2006/relationships/notesSlide" Target="/ppt/notesSlides/notesSlide5.xml" Id="R8424b6b102d94a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6ac21503f4d48" /><Relationship Type="http://schemas.openxmlformats.org/officeDocument/2006/relationships/image" Target="/ppt/media/image3.jpeg" Id="R25a061674e394c3f" /><Relationship Type="http://schemas.openxmlformats.org/officeDocument/2006/relationships/notesSlide" Target="/ppt/notesSlides/notesSlide6.xml" Id="Rdc5bae65eb7a4a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645574944a31" /><Relationship Type="http://schemas.openxmlformats.org/officeDocument/2006/relationships/notesSlide" Target="/ppt/notesSlides/notesSlide7.xml" Id="Raebe977633c7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e34ce476c4902" /><Relationship Type="http://schemas.openxmlformats.org/officeDocument/2006/relationships/notesSlide" Target="/ppt/notesSlides/notesSlide8.xml" Id="Rfd0da25b91314b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FCB43-405C-497B-B107-4B7FA8A7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EA3F-F5C3-485E-8C3A-AAAE2E33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VisAgent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F0614-6614-4C10-9869-1DE01BC8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从食材识别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到可持续更新的菜谱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856B3-56A6-41E5-8328-1C7E364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答辩交付冲刺 | Docker 可复验 · YOLO 实际推理 · 真实 LLM 对话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E0D7E-480C-4F4B-8FC8-79A0ABF9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6B52B-CC14-4C5F-B42B-AD99BEF4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rPr>
              <a:t>2026-07-19 本机验证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C9DEC-C6B0-4D81-B827-8C4E2D9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"/>
            <a:ext cx="4953000" cy="60198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e9341b9494a44"/>
          <a:srcRect xmlns:a="http://schemas.openxmlformats.org/drawingml/2006/main" l="22931" t="0" r="22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590550"/>
            <a:ext cx="4610100" cy="5676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1F1C2-F422-41CB-91B3-EED4096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006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把模型输出交还给用户确认，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再进入菜谱与对话。</a:t>
            </a:r>
          </a:p>
        </p:txBody>
      </p:sp>
    </p:spTree>
    <p:extLst>
      <p:ext uri="{BB962C8B-B14F-4D97-AF65-F5344CB8AC3E}">
        <p14:creationId xmlns:p14="http://schemas.microsoft.com/office/powerpoint/2010/main" val="1960367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D594B-5E20-4240-8241-8F9E0EE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8DAE3-BBFD-43E8-9B2E-CCCF382B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DB2C4-DA3B-462B-9121-49F8ECD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0F716-5B09-42AB-B84E-614FC143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一条完整、可恢复的业务闭环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EC07A-D082-4A0B-A620-FC4478E7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前端交互、后端业务、存储与模型服务各自分层，Docker Compose 统一拉起。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F0622-66FF-4FCF-AA34-D32C4B5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0002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507CC-E98B-4AB6-A226-C32C89AF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1919F-D700-4A9D-A5F7-41CA626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上传与确认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B3F01-35CE-4612-924F-B7952AA3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多图上传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候选食材可编辑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1562E-E863-4166-9F59-E7A4A5B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43275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9DD90-7C2B-4870-BA76-BD93CC16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09900" y="3257550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EFF2B-605B-482E-AEDD-51A4A17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0002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30298-F2AD-4AFD-A2C2-E3D556B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9984C-CE26-4BEF-9539-A11519C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YOLO 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3C7A1-423C-4AE4-96F3-1153AF6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单图推理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保留 image_index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5DBE3-FBE9-4CB6-9A8B-E9AA0D3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43275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7E8014-9B54-47D8-A9AF-D9CFEE7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91200" y="3257550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2E298-10D1-4EE3-89B1-55FE673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20002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E0A88-0FBB-4CDA-965A-8411E63A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52953-8AA7-4AC7-BBA5-396AA19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菜谱与对话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8F1D5-12F5-42E3-B173-ACFFF4F1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结构化 Recipe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SSE 流式更新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C3759-B408-41C1-AD91-0BCC600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43275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3F3EE-5BCB-48D3-8909-F23A513E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257550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49DF0-5D72-4426-8F9F-780B249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6670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A337F-E9D1-4342-AA69-346CF091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8A3D6-95D1-4830-83E0-9AD6972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持久化与恢复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7F839-1B7E-4AA0-BEFA-CEE9F1D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528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PostgreSQL 记录版本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历史、看板和权限隔离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DD3CAF-A42A-4229-96F7-8FA7991B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109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8D4C0-0C5D-435B-B983-C8087F16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42AE6-9D97-4F01-8478-20704B8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Vue 页面：上传、确认、Recipe、Chat、History、Training、Dashboard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3A364-C08F-4461-BBD9-EA0D81B7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后端与基础设施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0A4FB-0B33-4969-88BF-B3B00D27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FastAPI + PostgreSQL + Redis + MinIO；YOLO 与 LLM 均通过运行配置接入</a:t>
            </a:r>
          </a:p>
        </p:txBody>
      </p:sp>
    </p:spTree>
    <p:extLst>
      <p:ext uri="{BB962C8B-B14F-4D97-AF65-F5344CB8AC3E}">
        <p14:creationId xmlns:p14="http://schemas.microsoft.com/office/powerpoint/2010/main" val="2009233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B07F4-0C32-42AE-B94F-A62B7F9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43468-37C7-4729-80C3-0B1EEE65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5F966-BBA1-4796-AADD-2DB0F16A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0B8AD-D615-4FF8-9F5A-A153278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模型不是万能识别器：12 类边界 + 人工确认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5F337-E217-451D-A799-7D1F76D8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food-model-v1.0 | YOLO11s | 640 输入 | 默认置信度阈值 0.25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58C4C-EC20-47A1-AD42-6801A74E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286375" cy="352425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231725f2f444e"/>
          <a:srcRect xmlns:a="http://schemas.openxmlformats.org/drawingml/2006/main" l="0" t="21741" r="0" b="21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14600"/>
            <a:ext cx="4943475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3A72B-8045-468E-94C2-3354CA96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类别固定为：糖、草莓、牛肉、鸡肉、奶酪、牛奶、番茄、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黄油、玉米、香蕉、鸡蛋、胡萝卜。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66945-74C1-48F4-9A4C-8ADFB1E6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4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43A3A"/>
                </a:solidFill>
                <a:latin typeface="Microsoft YaHei"/>
                <a:ea typeface="Microsoft YaHei"/>
                <a:cs typeface="Microsoft YaHei"/>
              </a:rPr>
              <a:t>未训练类别、遮挡、反光、低清图片与域外食物可能漏检或误检。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E81F7-15FF-4D37-AC03-1FE6175E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76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9A8B4-DA5E-4CA0-8A40-D25A22B8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8124C-C74A-479A-9A38-070AEF8A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0.62859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DAE7A-263F-4B52-8243-ECB39DEB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冻结测试集</a:t>
            </a:r>
          </a:p>
          <a:p xmlns:a="http://schemas.openxmlformats.org/drawingml/2006/main">
            <a:pPr algn="l">
              <a:def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mAP50-95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295C2-2195-4C30-A975-423BF5D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43150"/>
            <a:ext cx="1676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124D2-C986-451B-8E53-3236D84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4315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0F1BD-68EF-4C27-9ACF-210A7753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860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0.97498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FED4F-F490-4CAF-8A27-56A489B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099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CC6C1-E150-4684-AAEB-D73F40CC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76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1D852-08E8-4247-9781-3D5A2B18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C0FF1-2AA2-43D4-82E7-34360CD1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0.85565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48365-3EEF-41A4-A149-A93C1493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DEFB5-A42B-4412-8850-5C553574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43400"/>
            <a:ext cx="54292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33FCB-F573-4EE3-B358-4827A7D0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产品机制：候选食材必须经用户确认后，才进入菜谱生成。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B3701-58CF-4474-92E6-9261D08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43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43A3A"/>
                </a:solidFill>
                <a:latin typeface="Microsoft YaHei"/>
                <a:ea typeface="Microsoft YaHei"/>
                <a:cs typeface="Microsoft YaHei"/>
              </a:rPr>
              <a:t>模型给出建议，人保留最终决定权。</a:t>
            </a:r>
          </a:p>
        </p:txBody>
      </p:sp>
    </p:spTree>
    <p:extLst>
      <p:ext uri="{BB962C8B-B14F-4D97-AF65-F5344CB8AC3E}">
        <p14:creationId xmlns:p14="http://schemas.microsoft.com/office/powerpoint/2010/main" val="1273325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FCFEAD-9BEC-4686-BE3D-7D38079B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47B4A-EBFB-4722-B17A-4A4D35D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EA8C7-494E-4167-AFE4-96CD180C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939FD-2923-43C5-BC38-FA29796C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多图识别：结果可追溯，坏图片不进入推理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CB025-7521-411C-A871-173A053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接口使用 `images` 数组，每个结果保留 `image_index`，以对应回原始图片。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4F68E-8526-4F30-80BE-DDA0D11B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2333625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6DBAB-1D56-427A-ADBB-D581E552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86616-0E34-492E-9186-8AE6279B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上传多图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6CD7C-3898-4A04-8C78-B225173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一批图片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按上传顺序编号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607CE-E90E-4DB6-A248-A81B476B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90875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DA6DA-0A59-458C-8439-B1ABE97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76600" y="3105150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38BC4-D9AC-4947-9213-6251F3FF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333625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72355-70B4-41D5-A699-191C0DC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8C1DA-012A-4179-98BB-7BD144CB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解码校验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0B811-389D-4DD7-81B8-AFB2AFD3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004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Pillow verify + load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拦截截断与伪装图片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F882A-D502-4B5F-B2C1-7D5E0813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90875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7B199-EE81-4B12-9D10-DC302376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0800" y="3105150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4DE12-B734-46BF-A909-86A2E81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2333625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76F23-F177-469E-AADA-4175243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C2B9A-ECC1-4CAB-AB88-75F213A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YOLO 推理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2399F-F904-46F6-88B5-36AFAE9B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仅合法图片进入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候选框带 bbox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5FFAB-D8AB-4128-9300-596B92D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89831-5F15-4A12-8F95-03DAB231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105150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05FF3-E064-4A79-AB3A-710EBB8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714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3E16E-7AD3-4A3B-A060-BA2ECC0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51734-0D6F-4695-8C49-19DF5D2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813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 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9E801-DB87-427A-80F6-21C381B0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004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编辑候选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进入 Recipe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0F908-49C7-4B42-A02E-FEFF13B5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3524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9C6E9-CE4A-4CDE-AA4D-ECE01CC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A2941-B952-4B71-B7DE-2312C45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多图契约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2BC7B1-7CF5-4334-A138-E7DB96D8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请求字段为 images；返回 images 数组；每张图都有 image_index。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8D823-BBF8-490C-873B-13748ED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524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4ACD6-CA24-41CD-ABF0-338F90FE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E43A89-E342-4E99-A40F-E00DFCE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196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异常契约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F90C52-30A3-4279-9399-143057EA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0065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损坏 PNG 已实测返回 422 / INVALID_IMAGE_CONTENT，不再以 500 暴露。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3E710D-462B-4BB9-8291-6A66771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34099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2D5393-8C6C-4BFF-825B-755B48DC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3409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CA8F5E-28B5-4F49-81D1-B7361F93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确认边界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518FD-EA14-415C-955F-FA2BFB8F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识别是建议；确认后的食材才作为后续生成上下文。</a:t>
            </a:r>
          </a:p>
        </p:txBody>
      </p:sp>
    </p:spTree>
    <p:extLst>
      <p:ext uri="{BB962C8B-B14F-4D97-AF65-F5344CB8AC3E}">
        <p14:creationId xmlns:p14="http://schemas.microsoft.com/office/powerpoint/2010/main" val="1034472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F388D-89F9-451A-9874-9960FE8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3A6F7-ABE4-4EAA-B269-BB89B34E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6FB31-93E3-4E31-AAB4-E4001378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61040-7D1E-433C-98B1-F0DEE0BA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 LLM 生成菜谱，并用对话更新版本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A14CB-359C-4409-BE47-152949F8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本机容器实测 Real LLM：结构化菜谱成功，返回 is_mock=false。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1B9E-3AF2-4164-A8E0-97F7F6F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610100" cy="3676650"/>
          </a:xfrm>
          <a:prstGeom xmlns:a="http://schemas.openxmlformats.org/drawingml/2006/main" prst="roundRect">
            <a:avLst>
              <a:gd name="adj" fmla="val 1554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19E13-6B6A-43CB-B9A0-BE4B850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Recipe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51823-4D3B-47F9-BF87-5A5A731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确认食材 + 偏好</a:t>
            </a:r>
          </a:p>
          <a:p xmlns:a="http://schemas.openxmlformats.org/drawingml/2006/main">
            <a:pPr algn="l">
              <a:defRPr sz="17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l">
              <a:defRPr sz="17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结构化菜谱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F1B8B-D743-4F70-85AE-BCE9D6F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379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0298A-783A-4CDE-AED7-44B3706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SSE 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30315-4BFF-425B-9F8B-E70F9936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0D8DB-F35B-42B4-A7F9-46D2AF7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8E12C-67CA-4D9F-9AAF-C62E419D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00650"/>
            <a:ext cx="13906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D55E2-F226-4C6A-AF0C-47C65DE3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578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6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66018"/>
                </a:solidFill>
                <a:latin typeface="Microsoft YaHei"/>
                <a:ea typeface="Microsoft YaHei"/>
                <a:cs typeface="Microsoft YaHei"/>
              </a:rPr>
              <a:t>recipe_updated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3E14D-9601-4E80-A0C7-059579A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00650"/>
            <a:ext cx="819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D0487-B005-4CDF-8FD7-0D39A218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578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rPr>
              <a:t>done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077F5-8544-4F95-9969-17C36A7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改菜谱的指令把 version 从 1 更新为 2；普通聊天不改版本。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3FD10-BA76-4A9D-BAF4-E9DC4092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81250"/>
            <a:ext cx="6210300" cy="3676650"/>
          </a:xfrm>
          <a:prstGeom xmlns:a="http://schemas.openxmlformats.org/drawingml/2006/main" prst="roundRect">
            <a:avLst>
              <a:gd name="adj" fmla="val 1554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529c3fda14531"/>
          <a:srcRect xmlns:a="http://schemas.openxmlformats.org/drawingml/2006/main" l="0" t="4887" r="0" b="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2552700"/>
            <a:ext cx="5867400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83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B9408-6ADB-42A6-9450-704F7C3D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E85E6-F093-4B32-B597-5865A87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4013C-88F2-43BB-905B-FD9695D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46848-C7F0-42FA-B5F5-41FAD7A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历史可恢复，数据归本人，权限按角色收口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2DD07-8624-4084-AA83-4E3BA56F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历史、看板和管理员能力遵循同一个用户所有权边界。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0C9D3-281B-4567-B4B9-436718F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476750" cy="3581400"/>
          </a:xfrm>
          <a:prstGeom xmlns:a="http://schemas.openxmlformats.org/drawingml/2006/main" prst="roundRect">
            <a:avLst>
              <a:gd name="adj" fmla="val 1596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615D1-FC85-4AAC-B794-47986997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1287F-8099-434F-8DBE-6B7E2BA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History → Recipe → Chat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D19B9-DC9C-459B-ABE2-91E1230B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• 按 recipe id 恢复已保存菜谱</a:t>
            </a:r>
          </a:p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• 读取已有会话及消息</a:t>
            </a:r>
          </a:p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• 不依赖 localStorage</a:t>
            </a:r>
          </a:p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• 重启后仍能读取 Recipe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7744D-DD7B-486B-87DC-96768C88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65E51-C85B-4043-925B-686ADC3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rPr>
              <a:t>个人看板：仅本人数据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4EF4E-C7C4-46CF-BEFF-5891D398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6362700" cy="3581400"/>
          </a:xfrm>
          <a:prstGeom xmlns:a="http://schemas.openxmlformats.org/drawingml/2006/main" prst="roundRect">
            <a:avLst>
              <a:gd name="adj" fmla="val 1596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061674e394c3f"/>
          <a:srcRect xmlns:a="http://schemas.openxmlformats.org/drawingml/2006/main" l="0" t="7243" r="0" b="7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571750"/>
            <a:ext cx="6019800" cy="2895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A7423-2FCB-4DB2-AE54-575CD470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38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管理员身份展示已复验：Profile 显示“管理员”，管理员路由可见；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普通用户请求管理员 API 返回 403。</a:t>
            </a:r>
          </a:p>
        </p:txBody>
      </p:sp>
    </p:spTree>
    <p:extLst>
      <p:ext uri="{BB962C8B-B14F-4D97-AF65-F5344CB8AC3E}">
        <p14:creationId xmlns:p14="http://schemas.microsoft.com/office/powerpoint/2010/main" val="1144894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27CB6A-1309-453C-B874-AC4A970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E1F3-52C2-4F79-8751-B1F68B2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DFA42-2324-47BC-9F86-08C2A2FD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2A1FC-8F09-4AD2-AA5C-9C0E3F73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Docker 可复验，测试可定位，数据可持久化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2F5F5-DDC9-41DF-9F26-D2B2034C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Mock/Fake 与 YOLO/Real LLM 两轮均已走通；服务重启和 Compose down/up 后数据仍在。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C3054-76A6-47C6-9359-2C4968DA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057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CBF9A-3CAC-4B8C-B1DD-F71AD1A3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80D82-4A33-423E-BDAD-BB2636A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C1CE-5927-4196-815E-6A8F14C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Compose 五服务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均健康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4C01B-6696-4710-BCD5-AE59956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2057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D95ED-8705-4C5D-B529-73CF9B33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86A9C-01EB-4C23-954B-5F24B17A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89E45-EC94-4CC4-A648-C1048C56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后端全量测试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Ruff 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4CF88-F6F1-4380-B9FA-6B3D1C27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057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323BD-CC89-41B5-9856-62693EB2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A972E-6D99-4A72-82AB-6884712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92349-AC72-471C-AA43-D666A92F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生产构建完成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11149-45CD-4C2C-9218-A7BE792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20574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229F5-BD56-408D-9B86-F7158058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C0171-BE6A-4C4C-B6C5-F28B80B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18232-4F32-40D8-8284-DD293C74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480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重启及 down/up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Recipe v2 可读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CE3C7-7D27-43DF-AA60-6070937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219075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166A1-1451-4D20-A063-0B11C52B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0BF7C-CC86-41BD-93ED-EE21BB22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241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974C1-B206-4090-9CC6-28A19597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480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普通用户管理员</a:t>
            </a:r>
          </a:p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API 返回 403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C1A85-037E-49EE-B2FC-883AFFC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1823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645D6-784C-41E9-9A7F-B6C81CD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两轮证据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501459-0550-40DE-AFA7-2757FE4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Mock/Fake：多图 → 确认 → v1 → 对话 v2 → 历史/看板 → 403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78B168-6958-4651-B636-82E38B29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YOLO/Real LLM：实际 Provider → 结构化菜谱 → SSE → 重启持久化 → 缺权重 503</a:t>
            </a:r>
          </a:p>
        </p:txBody>
      </p:sp>
    </p:spTree>
    <p:extLst>
      <p:ext uri="{BB962C8B-B14F-4D97-AF65-F5344CB8AC3E}">
        <p14:creationId xmlns:p14="http://schemas.microsoft.com/office/powerpoint/2010/main" val="620610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50A99-DCE9-4C76-A3EC-953C285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ECBCE-3365-4ECB-8760-A87F800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VisAgent | 答辩交付冲刺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C5966-7E84-45EA-B3F6-F875E6B7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9AC84-B9AC-494C-90FA-35A74C6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04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冻结前要诚实说明的边界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7AE01-5133-4752-9F7C-513B01F9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答辩展示的是可运行、可验证的闭环，而不是对模型能力或线上发布的过度承诺。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5A5B6-09A2-418B-B086-C7977FF5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4671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01DAE-3F96-4274-892D-7C878F2B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1CD31-4822-4540-AFF7-BBBCAE1E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模型能力边界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A2C6D-5688-4D8F-B77E-6F7CFDC3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12 类演示检测器；域外食物、遮挡、反光和低清图片可能漏检或误检。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03D3C-5171-4368-AD62-A410EBFA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34671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1A41D-6739-4F57-9B34-BF1EC58C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2359D-B204-4D50-B815-0A385B4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第三方依赖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ED3EB-A427-4B6D-A0B4-FF6567ED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真实 LLM 依赖网络和第三方服务；超时或格式错误需要可理解的失败提示。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A9FF0-65C9-4770-AE8B-435DEA0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35623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9525">
            <a:solidFill>
              <a:srgbClr val="C6C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10FA5-864B-4CAD-8097-E10E8280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3562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DC99B-AE41-4926-9339-41C3EBBC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待交付材料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9585-F9B7-471A-87C7-4DA6977D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06E"/>
                </a:solidFill>
                <a:latin typeface="Microsoft YaHei"/>
                <a:ea typeface="Microsoft YaHei"/>
                <a:cs typeface="Microsoft YaHei"/>
              </a:rPr>
              <a:t>等待训练指标、脱敏样例与 demo_multi_food.jpg，再补齐训练展示和六目标复验。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5F4AF-EB9E-41BA-9ADE-B3B4AE9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11823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35398-D2AE-4D75-8B39-D347F38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当前可以进入：P0 修复后的第二轮复验与答辩演示排练。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F5F38-BBCB-4834-860A-11F6F071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7245"/>
                </a:solidFill>
                <a:latin typeface="Microsoft YaHei"/>
                <a:ea typeface="Microsoft YaHei"/>
                <a:cs typeface="Microsoft YaHei"/>
              </a:rPr>
              <a:t>小红书发布作为答辩后的扩展；本轮不再新增功能风险。</a:t>
            </a:r>
          </a:p>
        </p:txBody>
      </p:sp>
    </p:spTree>
    <p:extLst>
      <p:ext uri="{BB962C8B-B14F-4D97-AF65-F5344CB8AC3E}">
        <p14:creationId xmlns:p14="http://schemas.microsoft.com/office/powerpoint/2010/main" val="1588346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2026-07-19T11:42:16.6340000Z</dcterms:created>
  <dcterms:modified xsi:type="dcterms:W3CDTF">2026-07-19T11:42:16.6340000Z</dcterms:modified>
</coreProperties>
</file>